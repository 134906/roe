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12ts_workfile_filled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12ts_workfile_filled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12ts_workfile_filled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12ts_workfile_filled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12ts_workfile_fille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KPI Performance Breakdown</a:t>
            </a:r>
          </a:p>
        </c:rich>
      </c:tx>
      <c:layout>
        <c:manualLayout>
          <c:xMode val="edge"/>
          <c:yMode val="edge"/>
          <c:x val="0.57836106393365128"/>
          <c:y val="6.925795823799652E-2"/>
        </c:manualLayout>
      </c:layout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rgbClr val="A6A6A6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'2F.Results to CS_MIA'!$C$2:$J$2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CS_MIA'!$C$3:$J$3</c:f>
              <c:numCache>
                <c:formatCode>0.0%</c:formatCode>
                <c:ptCount val="8"/>
                <c:pt idx="0">
                  <c:v>8.1144592124561918E-2</c:v>
                </c:pt>
                <c:pt idx="1">
                  <c:v>4.0791301848915038E-2</c:v>
                </c:pt>
                <c:pt idx="2">
                  <c:v>8.1144592124561918E-2</c:v>
                </c:pt>
                <c:pt idx="3">
                  <c:v>4.0791301848915038E-2</c:v>
                </c:pt>
                <c:pt idx="4">
                  <c:v>7.5052008146849314E-2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A0-4E14-B934-31C8C5B0A174}"/>
            </c:ext>
          </c:extLst>
        </c:ser>
        <c:ser>
          <c:idx val="1"/>
          <c:order val="1"/>
          <c:spPr>
            <a:solidFill>
              <a:srgbClr val="4472C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'2F.Results to CS_MIA'!$C$2:$J$2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CS_MIA'!$C$4:$J$4</c:f>
              <c:numCache>
                <c:formatCode>0.0%</c:formatCode>
                <c:ptCount val="8"/>
                <c:pt idx="0">
                  <c:v>0.17900578381528764</c:v>
                </c:pt>
                <c:pt idx="1">
                  <c:v>0.16184027709845339</c:v>
                </c:pt>
                <c:pt idx="2">
                  <c:v>0.17900578381528764</c:v>
                </c:pt>
                <c:pt idx="3">
                  <c:v>0.16184027709845339</c:v>
                </c:pt>
                <c:pt idx="4">
                  <c:v>0.11442167606367698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A0-4E14-B934-31C8C5B0A1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1990304"/>
        <c:axId val="611988864"/>
      </c:barChart>
      <c:catAx>
        <c:axId val="611990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988864"/>
        <c:crosses val="autoZero"/>
        <c:auto val="1"/>
        <c:lblAlgn val="ctr"/>
        <c:lblOffset val="100"/>
        <c:noMultiLvlLbl val="0"/>
      </c:catAx>
      <c:valAx>
        <c:axId val="61198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990304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'2F.Results to CS_MIA'!$B$10</c:f>
              <c:strCache>
                <c:ptCount val="1"/>
                <c:pt idx="0">
                  <c:v>T2_1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CS_MIA'!$C$10:$J$10</c:f>
              <c:numCache>
                <c:formatCode>0%</c:formatCode>
                <c:ptCount val="8"/>
                <c:pt idx="0">
                  <c:v>6.5971342719553058E-2</c:v>
                </c:pt>
                <c:pt idx="1">
                  <c:v>5.7950023138094733E-2</c:v>
                </c:pt>
                <c:pt idx="2">
                  <c:v>6.5971342719553058E-2</c:v>
                </c:pt>
                <c:pt idx="3">
                  <c:v>5.7950023138094733E-2</c:v>
                </c:pt>
                <c:pt idx="4">
                  <c:v>7.0041322408335382E-2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57-4E02-974B-72CB0FBCC029}"/>
            </c:ext>
          </c:extLst>
        </c:ser>
        <c:ser>
          <c:idx val="1"/>
          <c:order val="1"/>
          <c:tx>
            <c:strRef>
              <c:f>'2F.Results to CS_MIA'!$B$11</c:f>
              <c:strCache>
                <c:ptCount val="1"/>
                <c:pt idx="0">
                  <c:v>T2_2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CS_MIA'!$C$11:$J$11</c:f>
              <c:numCache>
                <c:formatCode>0%</c:formatCode>
                <c:ptCount val="8"/>
                <c:pt idx="0">
                  <c:v>1.8993091292241721E-2</c:v>
                </c:pt>
                <c:pt idx="1">
                  <c:v>6.7155228358905606E-3</c:v>
                </c:pt>
                <c:pt idx="2">
                  <c:v>1.8993091292241721E-2</c:v>
                </c:pt>
                <c:pt idx="3">
                  <c:v>6.7155228358905606E-3</c:v>
                </c:pt>
                <c:pt idx="4">
                  <c:v>2.9101728843080481E-2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57-4E02-974B-72CB0FBCC029}"/>
            </c:ext>
          </c:extLst>
        </c:ser>
        <c:ser>
          <c:idx val="2"/>
          <c:order val="2"/>
          <c:tx>
            <c:strRef>
              <c:f>'2F.Results to CS_MIA'!$B$12</c:f>
              <c:strCache>
                <c:ptCount val="1"/>
                <c:pt idx="0">
                  <c:v>T2_3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CS_MIA'!$C$12:$J$12</c:f>
              <c:numCache>
                <c:formatCode>0%</c:formatCode>
                <c:ptCount val="8"/>
                <c:pt idx="0">
                  <c:v>1.2507402944036784E-2</c:v>
                </c:pt>
                <c:pt idx="1">
                  <c:v>5.3934038151143889E-3</c:v>
                </c:pt>
                <c:pt idx="2">
                  <c:v>1.2507402944036784E-2</c:v>
                </c:pt>
                <c:pt idx="3">
                  <c:v>5.3934038151143889E-3</c:v>
                </c:pt>
                <c:pt idx="4">
                  <c:v>1.9798979625122927E-2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E57-4E02-974B-72CB0FBCC029}"/>
            </c:ext>
          </c:extLst>
        </c:ser>
        <c:ser>
          <c:idx val="3"/>
          <c:order val="3"/>
          <c:tx>
            <c:strRef>
              <c:f>'2F.Results to CS_MIA'!$B$13</c:f>
              <c:strCache>
                <c:ptCount val="1"/>
                <c:pt idx="0">
                  <c:v>T2_4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CS_MIA'!$C$13:$J$13</c:f>
              <c:numCache>
                <c:formatCode>0%</c:formatCode>
                <c:ptCount val="8"/>
                <c:pt idx="0">
                  <c:v>8.3110270169688513E-2</c:v>
                </c:pt>
                <c:pt idx="1">
                  <c:v>8.3946080216781446E-2</c:v>
                </c:pt>
                <c:pt idx="2">
                  <c:v>8.3110270169688513E-2</c:v>
                </c:pt>
                <c:pt idx="3">
                  <c:v>8.3946080216781446E-2</c:v>
                </c:pt>
                <c:pt idx="4">
                  <c:v>8.9294103163286939E-2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E57-4E02-974B-72CB0FBCC029}"/>
            </c:ext>
          </c:extLst>
        </c:ser>
        <c:ser>
          <c:idx val="4"/>
          <c:order val="4"/>
          <c:tx>
            <c:strRef>
              <c:f>'2F.Results to CS_MIA'!$B$14</c:f>
              <c:strCache>
                <c:ptCount val="1"/>
                <c:pt idx="0">
                  <c:v>T2_5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CS_MIA'!$C$14:$J$14</c:f>
              <c:numCache>
                <c:formatCode>0%</c:formatCode>
                <c:ptCount val="8"/>
                <c:pt idx="0">
                  <c:v>1.753760564144765E-2</c:v>
                </c:pt>
                <c:pt idx="1">
                  <c:v>4.0969171175530401E-2</c:v>
                </c:pt>
                <c:pt idx="2">
                  <c:v>1.753760564144765E-2</c:v>
                </c:pt>
                <c:pt idx="3">
                  <c:v>4.0969171175530401E-2</c:v>
                </c:pt>
                <c:pt idx="4">
                  <c:v>2.8984839226664186E-2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57-4E02-974B-72CB0FBCC029}"/>
            </c:ext>
          </c:extLst>
        </c:ser>
        <c:ser>
          <c:idx val="5"/>
          <c:order val="5"/>
          <c:tx>
            <c:strRef>
              <c:f>'2F.Results to CS_MIA'!$B$15</c:f>
              <c:strCache>
                <c:ptCount val="1"/>
                <c:pt idx="0">
                  <c:v>T2_6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CS_MIA'!$C$15:$J$15</c:f>
              <c:numCache>
                <c:formatCode>0%</c:formatCode>
                <c:ptCount val="8"/>
                <c:pt idx="0">
                  <c:v>3.1713750553025458E-2</c:v>
                </c:pt>
                <c:pt idx="1">
                  <c:v>2.7870821658999744E-2</c:v>
                </c:pt>
                <c:pt idx="2">
                  <c:v>3.1713750553025458E-2</c:v>
                </c:pt>
                <c:pt idx="3">
                  <c:v>2.7870821658999744E-2</c:v>
                </c:pt>
                <c:pt idx="4">
                  <c:v>2.3880382638035991E-2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E57-4E02-974B-72CB0FBCC029}"/>
            </c:ext>
          </c:extLst>
        </c:ser>
        <c:ser>
          <c:idx val="6"/>
          <c:order val="6"/>
          <c:tx>
            <c:strRef>
              <c:f>'2F.Results to CS_MIA'!$B$16</c:f>
              <c:strCache>
                <c:ptCount val="1"/>
                <c:pt idx="0">
                  <c:v>T2_7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CS_MIA'!$C$16:$J$16</c:f>
              <c:numCache>
                <c:formatCode>0%</c:formatCode>
                <c:ptCount val="8"/>
                <c:pt idx="0">
                  <c:v>0.10582017740486382</c:v>
                </c:pt>
                <c:pt idx="1">
                  <c:v>0.12125167010216173</c:v>
                </c:pt>
                <c:pt idx="2">
                  <c:v>0.10582017740486382</c:v>
                </c:pt>
                <c:pt idx="3">
                  <c:v>0.12125167010216173</c:v>
                </c:pt>
                <c:pt idx="4">
                  <c:v>8.7004868998054319E-2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57-4E02-974B-72CB0FBCC029}"/>
            </c:ext>
          </c:extLst>
        </c:ser>
        <c:ser>
          <c:idx val="7"/>
          <c:order val="7"/>
          <c:tx>
            <c:strRef>
              <c:f>'2F.Results to CS_MIA'!$B$17</c:f>
              <c:strCache>
                <c:ptCount val="1"/>
                <c:pt idx="0">
                  <c:v>T2_8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CS_MIA'!$C$17:$J$17</c:f>
              <c:numCache>
                <c:formatCode>0%</c:formatCode>
                <c:ptCount val="8"/>
                <c:pt idx="0">
                  <c:v>4.6982331961307237E-2</c:v>
                </c:pt>
                <c:pt idx="1">
                  <c:v>8.2838803843928263E-2</c:v>
                </c:pt>
                <c:pt idx="2">
                  <c:v>4.6982331961307237E-2</c:v>
                </c:pt>
                <c:pt idx="3">
                  <c:v>8.2838803843928263E-2</c:v>
                </c:pt>
                <c:pt idx="4">
                  <c:v>8.4905489462278383E-2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E57-4E02-974B-72CB0FBCC029}"/>
            </c:ext>
          </c:extLst>
        </c:ser>
        <c:ser>
          <c:idx val="8"/>
          <c:order val="8"/>
          <c:tx>
            <c:strRef>
              <c:f>'2F.Results to CS_MIA'!$B$18</c:f>
              <c:strCache>
                <c:ptCount val="1"/>
                <c:pt idx="0">
                  <c:v>T2_9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CS_MIA'!$C$18:$J$18</c:f>
              <c:numCache>
                <c:formatCode>0%</c:formatCode>
                <c:ptCount val="8"/>
                <c:pt idx="0">
                  <c:v>8.3364803382020881E-3</c:v>
                </c:pt>
                <c:pt idx="1">
                  <c:v>1.6837220158924582E-2</c:v>
                </c:pt>
                <c:pt idx="2">
                  <c:v>8.3364803382020881E-3</c:v>
                </c:pt>
                <c:pt idx="3">
                  <c:v>1.6837220158924582E-2</c:v>
                </c:pt>
                <c:pt idx="4">
                  <c:v>1.5994068911810773E-2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E57-4E02-974B-72CB0FBCC029}"/>
            </c:ext>
          </c:extLst>
        </c:ser>
        <c:ser>
          <c:idx val="9"/>
          <c:order val="9"/>
          <c:tx>
            <c:strRef>
              <c:f>'2F.Results to CS_MIA'!$B$19</c:f>
              <c:strCache>
                <c:ptCount val="1"/>
                <c:pt idx="0">
                  <c:v>T2_10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CS_MIA'!$C$19:$J$19</c:f>
              <c:numCache>
                <c:formatCode>0%</c:formatCode>
                <c:ptCount val="8"/>
                <c:pt idx="0">
                  <c:v>1.5582116547556538E-2</c:v>
                </c:pt>
                <c:pt idx="1">
                  <c:v>1.3243881952658958E-2</c:v>
                </c:pt>
                <c:pt idx="2">
                  <c:v>1.5582116547556538E-2</c:v>
                </c:pt>
                <c:pt idx="3">
                  <c:v>1.3243881952658958E-2</c:v>
                </c:pt>
                <c:pt idx="4">
                  <c:v>1.0399369853728703E-2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E57-4E02-974B-72CB0FBCC029}"/>
            </c:ext>
          </c:extLst>
        </c:ser>
        <c:ser>
          <c:idx val="10"/>
          <c:order val="10"/>
          <c:tx>
            <c:strRef>
              <c:f>'2F.Results to CS_MIA'!$B$20</c:f>
              <c:strCache>
                <c:ptCount val="1"/>
                <c:pt idx="0">
                  <c:v>T2_11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CS_MIA'!$C$20:$J$20</c:f>
              <c:numCache>
                <c:formatCode>0%</c:formatCode>
                <c:ptCount val="8"/>
                <c:pt idx="0">
                  <c:v>4.4321956357664109E-2</c:v>
                </c:pt>
                <c:pt idx="1">
                  <c:v>4.1633550863937156E-2</c:v>
                </c:pt>
                <c:pt idx="2">
                  <c:v>4.4321956357664109E-2</c:v>
                </c:pt>
                <c:pt idx="3">
                  <c:v>4.1633550863937156E-2</c:v>
                </c:pt>
                <c:pt idx="4">
                  <c:v>2.7954143145983993E-2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E57-4E02-974B-72CB0FBCC029}"/>
            </c:ext>
          </c:extLst>
        </c:ser>
        <c:ser>
          <c:idx val="11"/>
          <c:order val="11"/>
          <c:tx>
            <c:strRef>
              <c:f>'2F.Results to CS_MIA'!$B$21</c:f>
              <c:strCache>
                <c:ptCount val="1"/>
                <c:pt idx="0">
                  <c:v>T2_12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CS_MIA'!$C$21:$J$21</c:f>
              <c:numCache>
                <c:formatCode>0%</c:formatCode>
                <c:ptCount val="8"/>
                <c:pt idx="0">
                  <c:v>2.4096944955977508E-2</c:v>
                </c:pt>
                <c:pt idx="1">
                  <c:v>8.3988918859891609E-3</c:v>
                </c:pt>
                <c:pt idx="2">
                  <c:v>2.4096944955977508E-2</c:v>
                </c:pt>
                <c:pt idx="3">
                  <c:v>8.3988918859891609E-3</c:v>
                </c:pt>
                <c:pt idx="4">
                  <c:v>5.7308442145018951E-3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E57-4E02-974B-72CB0FBCC029}"/>
            </c:ext>
          </c:extLst>
        </c:ser>
        <c:ser>
          <c:idx val="12"/>
          <c:order val="12"/>
          <c:tx>
            <c:strRef>
              <c:f>'2F.Results to CS_MIA'!$B$22</c:f>
              <c:strCache>
                <c:ptCount val="1"/>
                <c:pt idx="0">
                  <c:v>T2_13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CS_MIA'!$C$22:$J$22</c:f>
              <c:numCache>
                <c:formatCode>0%</c:formatCode>
                <c:ptCount val="8"/>
                <c:pt idx="0">
                  <c:v>8.884644323407109E-3</c:v>
                </c:pt>
                <c:pt idx="1">
                  <c:v>1.5725623084150185E-4</c:v>
                </c:pt>
                <c:pt idx="2">
                  <c:v>8.884644323407109E-3</c:v>
                </c:pt>
                <c:pt idx="3">
                  <c:v>1.5725623084150185E-4</c:v>
                </c:pt>
                <c:pt idx="4">
                  <c:v>5.3189861154019922E-3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E57-4E02-974B-72CB0FBCC029}"/>
            </c:ext>
          </c:extLst>
        </c:ser>
        <c:ser>
          <c:idx val="13"/>
          <c:order val="13"/>
          <c:tx>
            <c:strRef>
              <c:f>'2F.Results to CS_MIA'!$B$23</c:f>
              <c:strCache>
                <c:ptCount val="1"/>
                <c:pt idx="0">
                  <c:v>T2_14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CS_MIA'!$C$23:$J$23</c:f>
              <c:numCache>
                <c:formatCode>0%</c:formatCode>
                <c:ptCount val="8"/>
                <c:pt idx="0">
                  <c:v>1.8013312290201325E-2</c:v>
                </c:pt>
                <c:pt idx="1">
                  <c:v>1.9243760789149637E-2</c:v>
                </c:pt>
                <c:pt idx="2">
                  <c:v>1.8013312290201325E-2</c:v>
                </c:pt>
                <c:pt idx="3">
                  <c:v>1.9243760789149637E-2</c:v>
                </c:pt>
                <c:pt idx="4">
                  <c:v>1.7896170944854708E-2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E57-4E02-974B-72CB0FBCC029}"/>
            </c:ext>
          </c:extLst>
        </c:ser>
        <c:ser>
          <c:idx val="14"/>
          <c:order val="14"/>
          <c:tx>
            <c:strRef>
              <c:f>'2F.Results to CS_MIA'!$B$24</c:f>
              <c:strCache>
                <c:ptCount val="1"/>
                <c:pt idx="0">
                  <c:v>T2_15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CS_MIA'!$C$24:$J$24</c:f>
              <c:numCache>
                <c:formatCode>0%</c:formatCode>
                <c:ptCount val="8"/>
                <c:pt idx="0">
                  <c:v>1.2211569063647915E-2</c:v>
                </c:pt>
                <c:pt idx="1">
                  <c:v>2.3081156462220452E-4</c:v>
                </c:pt>
                <c:pt idx="2">
                  <c:v>1.2211569063647915E-2</c:v>
                </c:pt>
                <c:pt idx="3">
                  <c:v>2.3081156462220452E-4</c:v>
                </c:pt>
                <c:pt idx="4">
                  <c:v>1.174050161987155E-2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E57-4E02-974B-72CB0FBCC029}"/>
            </c:ext>
          </c:extLst>
        </c:ser>
        <c:ser>
          <c:idx val="15"/>
          <c:order val="15"/>
          <c:tx>
            <c:strRef>
              <c:f>'2F.Results to CS_MIA'!$B$25</c:f>
              <c:strCache>
                <c:ptCount val="1"/>
                <c:pt idx="0">
                  <c:v>T2_16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CS_MIA'!$C$25:$J$25</c:f>
              <c:numCache>
                <c:formatCode>0%</c:formatCode>
                <c:ptCount val="8"/>
                <c:pt idx="0">
                  <c:v>1.1506041509069564E-2</c:v>
                </c:pt>
                <c:pt idx="1">
                  <c:v>8.2194068981594533E-3</c:v>
                </c:pt>
                <c:pt idx="2">
                  <c:v>1.1506041509069564E-2</c:v>
                </c:pt>
                <c:pt idx="3">
                  <c:v>8.2194068981594533E-3</c:v>
                </c:pt>
                <c:pt idx="4">
                  <c:v>1.4245297493537052E-2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2E57-4E02-974B-72CB0FBCC029}"/>
            </c:ext>
          </c:extLst>
        </c:ser>
        <c:ser>
          <c:idx val="16"/>
          <c:order val="16"/>
          <c:tx>
            <c:strRef>
              <c:f>'2F.Results to CS_MIA'!$B$26</c:f>
              <c:strCache>
                <c:ptCount val="1"/>
                <c:pt idx="0">
                  <c:v>T2_17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CS_MIA'!$C$26:$J$26</c:f>
              <c:numCache>
                <c:formatCode>0%</c:formatCode>
                <c:ptCount val="8"/>
                <c:pt idx="0">
                  <c:v>5.2472381798137268E-3</c:v>
                </c:pt>
                <c:pt idx="1">
                  <c:v>9.5559567640293216E-3</c:v>
                </c:pt>
                <c:pt idx="2">
                  <c:v>5.2472381798137268E-3</c:v>
                </c:pt>
                <c:pt idx="3">
                  <c:v>9.5559567640293216E-3</c:v>
                </c:pt>
                <c:pt idx="4">
                  <c:v>2.0535763913493078E-2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E57-4E02-974B-72CB0FBCC029}"/>
            </c:ext>
          </c:extLst>
        </c:ser>
        <c:ser>
          <c:idx val="17"/>
          <c:order val="17"/>
          <c:tx>
            <c:strRef>
              <c:f>'2F.Results to CS_MIA'!$B$27</c:f>
              <c:strCache>
                <c:ptCount val="1"/>
                <c:pt idx="0">
                  <c:v>T2_18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CS_MIA'!$C$27:$J$27</c:f>
              <c:numCache>
                <c:formatCode>0%</c:formatCode>
                <c:ptCount val="8"/>
                <c:pt idx="0">
                  <c:v>1.7370341316103106E-2</c:v>
                </c:pt>
                <c:pt idx="1">
                  <c:v>7.7949929046645203E-2</c:v>
                </c:pt>
                <c:pt idx="2">
                  <c:v>1.7370341316103106E-2</c:v>
                </c:pt>
                <c:pt idx="3">
                  <c:v>7.7949929046645203E-2</c:v>
                </c:pt>
                <c:pt idx="4">
                  <c:v>7.9046837874153397E-2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E57-4E02-974B-72CB0FBCC029}"/>
            </c:ext>
          </c:extLst>
        </c:ser>
        <c:ser>
          <c:idx val="18"/>
          <c:order val="18"/>
          <c:tx>
            <c:strRef>
              <c:f>'2F.Results to CS_MIA'!$B$28</c:f>
              <c:strCache>
                <c:ptCount val="1"/>
                <c:pt idx="0">
                  <c:v>T2_19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CS_MIA'!$C$28:$J$28</c:f>
              <c:numCache>
                <c:formatCode>0%</c:formatCode>
                <c:ptCount val="8"/>
                <c:pt idx="0">
                  <c:v>6.722930707808732E-3</c:v>
                </c:pt>
                <c:pt idx="1">
                  <c:v>4.1508677979370037E-3</c:v>
                </c:pt>
                <c:pt idx="2">
                  <c:v>6.722930707808732E-3</c:v>
                </c:pt>
                <c:pt idx="3">
                  <c:v>4.1508677979370037E-3</c:v>
                </c:pt>
                <c:pt idx="4">
                  <c:v>7.186649093450472E-3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E57-4E02-974B-72CB0FBCC0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51306912"/>
        <c:axId val="1651307392"/>
      </c:barChart>
      <c:catAx>
        <c:axId val="1651306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1307392"/>
        <c:crosses val="autoZero"/>
        <c:auto val="1"/>
        <c:lblAlgn val="ctr"/>
        <c:lblOffset val="100"/>
        <c:noMultiLvlLbl val="0"/>
      </c:catAx>
      <c:valAx>
        <c:axId val="1651307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1306912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KPI Performance Breakdown</a:t>
            </a:r>
          </a:p>
        </c:rich>
      </c:tx>
      <c:layout>
        <c:manualLayout>
          <c:xMode val="edge"/>
          <c:yMode val="edge"/>
          <c:x val="0.57836106393365128"/>
          <c:y val="6.925795823799652E-2"/>
        </c:manualLayout>
      </c:layout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rgbClr val="A6A6A6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'2F.Results to CS_MIA'!$C$2:$J$2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CS_MIA'!$C$3:$J$3</c:f>
              <c:numCache>
                <c:formatCode>0.0%</c:formatCode>
                <c:ptCount val="8"/>
                <c:pt idx="0">
                  <c:v>8.1144592124561918E-2</c:v>
                </c:pt>
                <c:pt idx="1">
                  <c:v>4.0791301848915038E-2</c:v>
                </c:pt>
                <c:pt idx="2">
                  <c:v>8.1144592124561918E-2</c:v>
                </c:pt>
                <c:pt idx="3">
                  <c:v>4.0791301848915038E-2</c:v>
                </c:pt>
                <c:pt idx="4">
                  <c:v>7.5052008146849314E-2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8A-47BB-B33B-2BA275D4E4B2}"/>
            </c:ext>
          </c:extLst>
        </c:ser>
        <c:ser>
          <c:idx val="1"/>
          <c:order val="1"/>
          <c:spPr>
            <a:solidFill>
              <a:srgbClr val="4472C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'2F.Results to CS_MIA'!$C$2:$J$2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CS_MIA'!$C$4:$J$4</c:f>
              <c:numCache>
                <c:formatCode>0.0%</c:formatCode>
                <c:ptCount val="8"/>
                <c:pt idx="0">
                  <c:v>0.17900578381528764</c:v>
                </c:pt>
                <c:pt idx="1">
                  <c:v>0.16184027709845339</c:v>
                </c:pt>
                <c:pt idx="2">
                  <c:v>0.17900578381528764</c:v>
                </c:pt>
                <c:pt idx="3">
                  <c:v>0.16184027709845339</c:v>
                </c:pt>
                <c:pt idx="4">
                  <c:v>0.11442167606367698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8A-47BB-B33B-2BA275D4E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1990304"/>
        <c:axId val="611988864"/>
      </c:barChart>
      <c:catAx>
        <c:axId val="611990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988864"/>
        <c:crosses val="autoZero"/>
        <c:auto val="1"/>
        <c:lblAlgn val="ctr"/>
        <c:lblOffset val="100"/>
        <c:noMultiLvlLbl val="0"/>
      </c:catAx>
      <c:valAx>
        <c:axId val="61198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990304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'2F.Results to CS_MIA'!$B$10</c:f>
              <c:strCache>
                <c:ptCount val="1"/>
                <c:pt idx="0">
                  <c:v>T2_1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CS_MIA'!$C$10:$J$10</c:f>
              <c:numCache>
                <c:formatCode>0%</c:formatCode>
                <c:ptCount val="8"/>
                <c:pt idx="0">
                  <c:v>6.5971342719553058E-2</c:v>
                </c:pt>
                <c:pt idx="1">
                  <c:v>5.7950023138094733E-2</c:v>
                </c:pt>
                <c:pt idx="2">
                  <c:v>6.5971342719553058E-2</c:v>
                </c:pt>
                <c:pt idx="3">
                  <c:v>5.7950023138094733E-2</c:v>
                </c:pt>
                <c:pt idx="4">
                  <c:v>7.0041322408335382E-2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D1-47A5-AF86-2F60B33F4D3E}"/>
            </c:ext>
          </c:extLst>
        </c:ser>
        <c:ser>
          <c:idx val="1"/>
          <c:order val="1"/>
          <c:tx>
            <c:strRef>
              <c:f>'2F.Results to CS_MIA'!$B$11</c:f>
              <c:strCache>
                <c:ptCount val="1"/>
                <c:pt idx="0">
                  <c:v>T2_2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CS_MIA'!$C$11:$J$11</c:f>
              <c:numCache>
                <c:formatCode>0%</c:formatCode>
                <c:ptCount val="8"/>
                <c:pt idx="0">
                  <c:v>1.8993091292241721E-2</c:v>
                </c:pt>
                <c:pt idx="1">
                  <c:v>6.7155228358905606E-3</c:v>
                </c:pt>
                <c:pt idx="2">
                  <c:v>1.8993091292241721E-2</c:v>
                </c:pt>
                <c:pt idx="3">
                  <c:v>6.7155228358905606E-3</c:v>
                </c:pt>
                <c:pt idx="4">
                  <c:v>2.9101728843080481E-2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D1-47A5-AF86-2F60B33F4D3E}"/>
            </c:ext>
          </c:extLst>
        </c:ser>
        <c:ser>
          <c:idx val="2"/>
          <c:order val="2"/>
          <c:tx>
            <c:strRef>
              <c:f>'2F.Results to CS_MIA'!$B$12</c:f>
              <c:strCache>
                <c:ptCount val="1"/>
                <c:pt idx="0">
                  <c:v>T2_3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CS_MIA'!$C$12:$J$12</c:f>
              <c:numCache>
                <c:formatCode>0%</c:formatCode>
                <c:ptCount val="8"/>
                <c:pt idx="0">
                  <c:v>1.2507402944036784E-2</c:v>
                </c:pt>
                <c:pt idx="1">
                  <c:v>5.3934038151143889E-3</c:v>
                </c:pt>
                <c:pt idx="2">
                  <c:v>1.2507402944036784E-2</c:v>
                </c:pt>
                <c:pt idx="3">
                  <c:v>5.3934038151143889E-3</c:v>
                </c:pt>
                <c:pt idx="4">
                  <c:v>1.9798979625122927E-2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D1-47A5-AF86-2F60B33F4D3E}"/>
            </c:ext>
          </c:extLst>
        </c:ser>
        <c:ser>
          <c:idx val="3"/>
          <c:order val="3"/>
          <c:tx>
            <c:strRef>
              <c:f>'2F.Results to CS_MIA'!$B$13</c:f>
              <c:strCache>
                <c:ptCount val="1"/>
                <c:pt idx="0">
                  <c:v>T2_4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CS_MIA'!$C$13:$J$13</c:f>
              <c:numCache>
                <c:formatCode>0%</c:formatCode>
                <c:ptCount val="8"/>
                <c:pt idx="0">
                  <c:v>8.3110270169688513E-2</c:v>
                </c:pt>
                <c:pt idx="1">
                  <c:v>8.3946080216781446E-2</c:v>
                </c:pt>
                <c:pt idx="2">
                  <c:v>8.3110270169688513E-2</c:v>
                </c:pt>
                <c:pt idx="3">
                  <c:v>8.3946080216781446E-2</c:v>
                </c:pt>
                <c:pt idx="4">
                  <c:v>8.9294103163286939E-2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1-47A5-AF86-2F60B33F4D3E}"/>
            </c:ext>
          </c:extLst>
        </c:ser>
        <c:ser>
          <c:idx val="4"/>
          <c:order val="4"/>
          <c:tx>
            <c:strRef>
              <c:f>'2F.Results to CS_MIA'!$B$14</c:f>
              <c:strCache>
                <c:ptCount val="1"/>
                <c:pt idx="0">
                  <c:v>T2_5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CS_MIA'!$C$14:$J$14</c:f>
              <c:numCache>
                <c:formatCode>0%</c:formatCode>
                <c:ptCount val="8"/>
                <c:pt idx="0">
                  <c:v>1.753760564144765E-2</c:v>
                </c:pt>
                <c:pt idx="1">
                  <c:v>4.0969171175530401E-2</c:v>
                </c:pt>
                <c:pt idx="2">
                  <c:v>1.753760564144765E-2</c:v>
                </c:pt>
                <c:pt idx="3">
                  <c:v>4.0969171175530401E-2</c:v>
                </c:pt>
                <c:pt idx="4">
                  <c:v>2.8984839226664186E-2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1-47A5-AF86-2F60B33F4D3E}"/>
            </c:ext>
          </c:extLst>
        </c:ser>
        <c:ser>
          <c:idx val="5"/>
          <c:order val="5"/>
          <c:tx>
            <c:strRef>
              <c:f>'2F.Results to CS_MIA'!$B$15</c:f>
              <c:strCache>
                <c:ptCount val="1"/>
                <c:pt idx="0">
                  <c:v>T2_6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CS_MIA'!$C$15:$J$15</c:f>
              <c:numCache>
                <c:formatCode>0%</c:formatCode>
                <c:ptCount val="8"/>
                <c:pt idx="0">
                  <c:v>3.1713750553025458E-2</c:v>
                </c:pt>
                <c:pt idx="1">
                  <c:v>2.7870821658999744E-2</c:v>
                </c:pt>
                <c:pt idx="2">
                  <c:v>3.1713750553025458E-2</c:v>
                </c:pt>
                <c:pt idx="3">
                  <c:v>2.7870821658999744E-2</c:v>
                </c:pt>
                <c:pt idx="4">
                  <c:v>2.3880382638035991E-2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1-47A5-AF86-2F60B33F4D3E}"/>
            </c:ext>
          </c:extLst>
        </c:ser>
        <c:ser>
          <c:idx val="6"/>
          <c:order val="6"/>
          <c:tx>
            <c:strRef>
              <c:f>'2F.Results to CS_MIA'!$B$16</c:f>
              <c:strCache>
                <c:ptCount val="1"/>
                <c:pt idx="0">
                  <c:v>T2_7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CS_MIA'!$C$16:$J$16</c:f>
              <c:numCache>
                <c:formatCode>0%</c:formatCode>
                <c:ptCount val="8"/>
                <c:pt idx="0">
                  <c:v>0.10582017740486382</c:v>
                </c:pt>
                <c:pt idx="1">
                  <c:v>0.12125167010216173</c:v>
                </c:pt>
                <c:pt idx="2">
                  <c:v>0.10582017740486382</c:v>
                </c:pt>
                <c:pt idx="3">
                  <c:v>0.12125167010216173</c:v>
                </c:pt>
                <c:pt idx="4">
                  <c:v>8.7004868998054319E-2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1-47A5-AF86-2F60B33F4D3E}"/>
            </c:ext>
          </c:extLst>
        </c:ser>
        <c:ser>
          <c:idx val="7"/>
          <c:order val="7"/>
          <c:tx>
            <c:strRef>
              <c:f>'2F.Results to CS_MIA'!$B$17</c:f>
              <c:strCache>
                <c:ptCount val="1"/>
                <c:pt idx="0">
                  <c:v>T2_8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CS_MIA'!$C$17:$J$17</c:f>
              <c:numCache>
                <c:formatCode>0%</c:formatCode>
                <c:ptCount val="8"/>
                <c:pt idx="0">
                  <c:v>4.6982331961307237E-2</c:v>
                </c:pt>
                <c:pt idx="1">
                  <c:v>8.2838803843928263E-2</c:v>
                </c:pt>
                <c:pt idx="2">
                  <c:v>4.6982331961307237E-2</c:v>
                </c:pt>
                <c:pt idx="3">
                  <c:v>8.2838803843928263E-2</c:v>
                </c:pt>
                <c:pt idx="4">
                  <c:v>8.4905489462278383E-2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1-47A5-AF86-2F60B33F4D3E}"/>
            </c:ext>
          </c:extLst>
        </c:ser>
        <c:ser>
          <c:idx val="8"/>
          <c:order val="8"/>
          <c:tx>
            <c:strRef>
              <c:f>'2F.Results to CS_MIA'!$B$18</c:f>
              <c:strCache>
                <c:ptCount val="1"/>
                <c:pt idx="0">
                  <c:v>T2_9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CS_MIA'!$C$18:$J$18</c:f>
              <c:numCache>
                <c:formatCode>0%</c:formatCode>
                <c:ptCount val="8"/>
                <c:pt idx="0">
                  <c:v>8.3364803382020881E-3</c:v>
                </c:pt>
                <c:pt idx="1">
                  <c:v>1.6837220158924582E-2</c:v>
                </c:pt>
                <c:pt idx="2">
                  <c:v>8.3364803382020881E-3</c:v>
                </c:pt>
                <c:pt idx="3">
                  <c:v>1.6837220158924582E-2</c:v>
                </c:pt>
                <c:pt idx="4">
                  <c:v>1.5994068911810773E-2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D1-47A5-AF86-2F60B33F4D3E}"/>
            </c:ext>
          </c:extLst>
        </c:ser>
        <c:ser>
          <c:idx val="9"/>
          <c:order val="9"/>
          <c:tx>
            <c:strRef>
              <c:f>'2F.Results to CS_MIA'!$B$19</c:f>
              <c:strCache>
                <c:ptCount val="1"/>
                <c:pt idx="0">
                  <c:v>T2_10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CS_MIA'!$C$19:$J$19</c:f>
              <c:numCache>
                <c:formatCode>0%</c:formatCode>
                <c:ptCount val="8"/>
                <c:pt idx="0">
                  <c:v>1.5582116547556538E-2</c:v>
                </c:pt>
                <c:pt idx="1">
                  <c:v>1.3243881952658958E-2</c:v>
                </c:pt>
                <c:pt idx="2">
                  <c:v>1.5582116547556538E-2</c:v>
                </c:pt>
                <c:pt idx="3">
                  <c:v>1.3243881952658958E-2</c:v>
                </c:pt>
                <c:pt idx="4">
                  <c:v>1.0399369853728703E-2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5D1-47A5-AF86-2F60B33F4D3E}"/>
            </c:ext>
          </c:extLst>
        </c:ser>
        <c:ser>
          <c:idx val="10"/>
          <c:order val="10"/>
          <c:tx>
            <c:strRef>
              <c:f>'2F.Results to CS_MIA'!$B$20</c:f>
              <c:strCache>
                <c:ptCount val="1"/>
                <c:pt idx="0">
                  <c:v>T2_11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CS_MIA'!$C$20:$J$20</c:f>
              <c:numCache>
                <c:formatCode>0%</c:formatCode>
                <c:ptCount val="8"/>
                <c:pt idx="0">
                  <c:v>4.4321956357664109E-2</c:v>
                </c:pt>
                <c:pt idx="1">
                  <c:v>4.1633550863937156E-2</c:v>
                </c:pt>
                <c:pt idx="2">
                  <c:v>4.4321956357664109E-2</c:v>
                </c:pt>
                <c:pt idx="3">
                  <c:v>4.1633550863937156E-2</c:v>
                </c:pt>
                <c:pt idx="4">
                  <c:v>2.7954143145983993E-2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5D1-47A5-AF86-2F60B33F4D3E}"/>
            </c:ext>
          </c:extLst>
        </c:ser>
        <c:ser>
          <c:idx val="11"/>
          <c:order val="11"/>
          <c:tx>
            <c:strRef>
              <c:f>'2F.Results to CS_MIA'!$B$21</c:f>
              <c:strCache>
                <c:ptCount val="1"/>
                <c:pt idx="0">
                  <c:v>T2_12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CS_MIA'!$C$21:$J$21</c:f>
              <c:numCache>
                <c:formatCode>0%</c:formatCode>
                <c:ptCount val="8"/>
                <c:pt idx="0">
                  <c:v>2.4096944955977508E-2</c:v>
                </c:pt>
                <c:pt idx="1">
                  <c:v>8.3988918859891609E-3</c:v>
                </c:pt>
                <c:pt idx="2">
                  <c:v>2.4096944955977508E-2</c:v>
                </c:pt>
                <c:pt idx="3">
                  <c:v>8.3988918859891609E-3</c:v>
                </c:pt>
                <c:pt idx="4">
                  <c:v>5.7308442145018951E-3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5D1-47A5-AF86-2F60B33F4D3E}"/>
            </c:ext>
          </c:extLst>
        </c:ser>
        <c:ser>
          <c:idx val="12"/>
          <c:order val="12"/>
          <c:tx>
            <c:strRef>
              <c:f>'2F.Results to CS_MIA'!$B$22</c:f>
              <c:strCache>
                <c:ptCount val="1"/>
                <c:pt idx="0">
                  <c:v>T2_13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CS_MIA'!$C$22:$J$22</c:f>
              <c:numCache>
                <c:formatCode>0%</c:formatCode>
                <c:ptCount val="8"/>
                <c:pt idx="0">
                  <c:v>8.884644323407109E-3</c:v>
                </c:pt>
                <c:pt idx="1">
                  <c:v>1.5725623084150185E-4</c:v>
                </c:pt>
                <c:pt idx="2">
                  <c:v>8.884644323407109E-3</c:v>
                </c:pt>
                <c:pt idx="3">
                  <c:v>1.5725623084150185E-4</c:v>
                </c:pt>
                <c:pt idx="4">
                  <c:v>5.3189861154019922E-3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D1-47A5-AF86-2F60B33F4D3E}"/>
            </c:ext>
          </c:extLst>
        </c:ser>
        <c:ser>
          <c:idx val="13"/>
          <c:order val="13"/>
          <c:tx>
            <c:strRef>
              <c:f>'2F.Results to CS_MIA'!$B$23</c:f>
              <c:strCache>
                <c:ptCount val="1"/>
                <c:pt idx="0">
                  <c:v>T2_14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CS_MIA'!$C$23:$J$23</c:f>
              <c:numCache>
                <c:formatCode>0%</c:formatCode>
                <c:ptCount val="8"/>
                <c:pt idx="0">
                  <c:v>1.8013312290201325E-2</c:v>
                </c:pt>
                <c:pt idx="1">
                  <c:v>1.9243760789149637E-2</c:v>
                </c:pt>
                <c:pt idx="2">
                  <c:v>1.8013312290201325E-2</c:v>
                </c:pt>
                <c:pt idx="3">
                  <c:v>1.9243760789149637E-2</c:v>
                </c:pt>
                <c:pt idx="4">
                  <c:v>1.7896170944854708E-2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5D1-47A5-AF86-2F60B33F4D3E}"/>
            </c:ext>
          </c:extLst>
        </c:ser>
        <c:ser>
          <c:idx val="14"/>
          <c:order val="14"/>
          <c:tx>
            <c:strRef>
              <c:f>'2F.Results to CS_MIA'!$B$24</c:f>
              <c:strCache>
                <c:ptCount val="1"/>
                <c:pt idx="0">
                  <c:v>T2_15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CS_MIA'!$C$24:$J$24</c:f>
              <c:numCache>
                <c:formatCode>0%</c:formatCode>
                <c:ptCount val="8"/>
                <c:pt idx="0">
                  <c:v>1.2211569063647915E-2</c:v>
                </c:pt>
                <c:pt idx="1">
                  <c:v>2.3081156462220452E-4</c:v>
                </c:pt>
                <c:pt idx="2">
                  <c:v>1.2211569063647915E-2</c:v>
                </c:pt>
                <c:pt idx="3">
                  <c:v>2.3081156462220452E-4</c:v>
                </c:pt>
                <c:pt idx="4">
                  <c:v>1.174050161987155E-2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5D1-47A5-AF86-2F60B33F4D3E}"/>
            </c:ext>
          </c:extLst>
        </c:ser>
        <c:ser>
          <c:idx val="15"/>
          <c:order val="15"/>
          <c:tx>
            <c:strRef>
              <c:f>'2F.Results to CS_MIA'!$B$25</c:f>
              <c:strCache>
                <c:ptCount val="1"/>
                <c:pt idx="0">
                  <c:v>T2_16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CS_MIA'!$C$25:$J$25</c:f>
              <c:numCache>
                <c:formatCode>0%</c:formatCode>
                <c:ptCount val="8"/>
                <c:pt idx="0">
                  <c:v>1.1506041509069564E-2</c:v>
                </c:pt>
                <c:pt idx="1">
                  <c:v>8.2194068981594533E-3</c:v>
                </c:pt>
                <c:pt idx="2">
                  <c:v>1.1506041509069564E-2</c:v>
                </c:pt>
                <c:pt idx="3">
                  <c:v>8.2194068981594533E-3</c:v>
                </c:pt>
                <c:pt idx="4">
                  <c:v>1.4245297493537052E-2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5D1-47A5-AF86-2F60B33F4D3E}"/>
            </c:ext>
          </c:extLst>
        </c:ser>
        <c:ser>
          <c:idx val="16"/>
          <c:order val="16"/>
          <c:tx>
            <c:strRef>
              <c:f>'2F.Results to CS_MIA'!$B$26</c:f>
              <c:strCache>
                <c:ptCount val="1"/>
                <c:pt idx="0">
                  <c:v>T2_17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CS_MIA'!$C$26:$J$26</c:f>
              <c:numCache>
                <c:formatCode>0%</c:formatCode>
                <c:ptCount val="8"/>
                <c:pt idx="0">
                  <c:v>5.2472381798137268E-3</c:v>
                </c:pt>
                <c:pt idx="1">
                  <c:v>9.5559567640293216E-3</c:v>
                </c:pt>
                <c:pt idx="2">
                  <c:v>5.2472381798137268E-3</c:v>
                </c:pt>
                <c:pt idx="3">
                  <c:v>9.5559567640293216E-3</c:v>
                </c:pt>
                <c:pt idx="4">
                  <c:v>2.0535763913493078E-2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5D1-47A5-AF86-2F60B33F4D3E}"/>
            </c:ext>
          </c:extLst>
        </c:ser>
        <c:ser>
          <c:idx val="17"/>
          <c:order val="17"/>
          <c:tx>
            <c:strRef>
              <c:f>'2F.Results to CS_MIA'!$B$27</c:f>
              <c:strCache>
                <c:ptCount val="1"/>
                <c:pt idx="0">
                  <c:v>T2_18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CS_MIA'!$C$27:$J$27</c:f>
              <c:numCache>
                <c:formatCode>0%</c:formatCode>
                <c:ptCount val="8"/>
                <c:pt idx="0">
                  <c:v>1.7370341316103106E-2</c:v>
                </c:pt>
                <c:pt idx="1">
                  <c:v>7.7949929046645203E-2</c:v>
                </c:pt>
                <c:pt idx="2">
                  <c:v>1.7370341316103106E-2</c:v>
                </c:pt>
                <c:pt idx="3">
                  <c:v>7.7949929046645203E-2</c:v>
                </c:pt>
                <c:pt idx="4">
                  <c:v>7.9046837874153397E-2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F5D1-47A5-AF86-2F60B33F4D3E}"/>
            </c:ext>
          </c:extLst>
        </c:ser>
        <c:ser>
          <c:idx val="18"/>
          <c:order val="18"/>
          <c:tx>
            <c:strRef>
              <c:f>'2F.Results to CS_MIA'!$B$28</c:f>
              <c:strCache>
                <c:ptCount val="1"/>
                <c:pt idx="0">
                  <c:v>T2_19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CS_MIA'!$C$9:$J$9</c:f>
              <c:strCache>
                <c:ptCount val="5"/>
                <c:pt idx="0">
                  <c:v>ABA</c:v>
                </c:pt>
                <c:pt idx="1">
                  <c:v>B6</c:v>
                </c:pt>
                <c:pt idx="2">
                  <c:v>ABA1</c:v>
                </c:pt>
                <c:pt idx="3">
                  <c:v>B61</c:v>
                </c:pt>
                <c:pt idx="4">
                  <c:v>B7</c:v>
                </c:pt>
              </c:strCache>
            </c:strRef>
          </c:cat>
          <c:val>
            <c:numRef>
              <c:f>'2F.Results to CS_MIA'!$C$28:$J$28</c:f>
              <c:numCache>
                <c:formatCode>0%</c:formatCode>
                <c:ptCount val="8"/>
                <c:pt idx="0">
                  <c:v>6.722930707808732E-3</c:v>
                </c:pt>
                <c:pt idx="1">
                  <c:v>4.1508677979370037E-3</c:v>
                </c:pt>
                <c:pt idx="2">
                  <c:v>6.722930707808732E-3</c:v>
                </c:pt>
                <c:pt idx="3">
                  <c:v>4.1508677979370037E-3</c:v>
                </c:pt>
                <c:pt idx="4">
                  <c:v>7.186649093450472E-3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F5D1-47A5-AF86-2F60B33F4D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51306912"/>
        <c:axId val="1651307392"/>
      </c:barChart>
      <c:catAx>
        <c:axId val="1651306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1307392"/>
        <c:crosses val="autoZero"/>
        <c:auto val="1"/>
        <c:lblAlgn val="ctr"/>
        <c:lblOffset val="100"/>
        <c:noMultiLvlLbl val="0"/>
      </c:catAx>
      <c:valAx>
        <c:axId val="1651307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1306912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ubbleChart>
        <c:varyColors val="0"/>
        <c:ser>
          <c:idx val="0"/>
          <c:order val="0"/>
          <c:tx>
            <c:strRef>
              <c:f>'2F.Results to CS_ROE SCAN'!$C$126</c:f>
              <c:strCache>
                <c:ptCount val="1"/>
                <c:pt idx="0">
                  <c:v>ABA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 w="25400">
              <a:noFill/>
              <a:prstDash val="solid"/>
            </a:ln>
          </c:spPr>
          <c:invertIfNegative val="0"/>
          <c:xVal>
            <c:numRef>
              <c:f>'2F.Results to CS_ROE SCAN'!$C$88:$C$106</c:f>
              <c:numCache>
                <c:formatCode>0%</c:formatCode>
                <c:ptCount val="19"/>
                <c:pt idx="0">
                  <c:v>6.2406015037593993E-2</c:v>
                </c:pt>
                <c:pt idx="1">
                  <c:v>3.1954887218045111E-2</c:v>
                </c:pt>
                <c:pt idx="2">
                  <c:v>2.4436090225563908E-2</c:v>
                </c:pt>
                <c:pt idx="3">
                  <c:v>7.5375939849624055E-2</c:v>
                </c:pt>
                <c:pt idx="4">
                  <c:v>3.4210526315789483E-2</c:v>
                </c:pt>
                <c:pt idx="5">
                  <c:v>3.1954887218045111E-2</c:v>
                </c:pt>
                <c:pt idx="6">
                  <c:v>7.1616541353383453E-2</c:v>
                </c:pt>
                <c:pt idx="7">
                  <c:v>6.7481203007518795E-2</c:v>
                </c:pt>
                <c:pt idx="8">
                  <c:v>1.9360902255639099E-2</c:v>
                </c:pt>
                <c:pt idx="9">
                  <c:v>2.180451127819549E-2</c:v>
                </c:pt>
                <c:pt idx="10">
                  <c:v>3.6278195488721812E-2</c:v>
                </c:pt>
                <c:pt idx="11">
                  <c:v>1.635338345864662E-2</c:v>
                </c:pt>
                <c:pt idx="12">
                  <c:v>1.165413533834586E-2</c:v>
                </c:pt>
                <c:pt idx="13">
                  <c:v>2.424812030075188E-2</c:v>
                </c:pt>
                <c:pt idx="14">
                  <c:v>1.7105263157894741E-2</c:v>
                </c:pt>
                <c:pt idx="15">
                  <c:v>1.9360902255639099E-2</c:v>
                </c:pt>
                <c:pt idx="16">
                  <c:v>2.4812030075187969E-2</c:v>
                </c:pt>
                <c:pt idx="17">
                  <c:v>6.5601503759398494E-2</c:v>
                </c:pt>
                <c:pt idx="18">
                  <c:v>1.5977443609022559E-2</c:v>
                </c:pt>
              </c:numCache>
            </c:numRef>
          </c:xVal>
          <c:yVal>
            <c:numRef>
              <c:f>'2F.Results to CS_ROE SCAN'!$C$127:$C$145</c:f>
              <c:numCache>
                <c:formatCode>_(* #,##0.00_);_(* \(#,##0.00\);_(* "-"??_);_(@_)</c:formatCode>
                <c:ptCount val="19"/>
                <c:pt idx="0">
                  <c:v>112.08241420870348</c:v>
                </c:pt>
                <c:pt idx="1">
                  <c:v>84.043131133822797</c:v>
                </c:pt>
                <c:pt idx="2">
                  <c:v>77.990328864320006</c:v>
                </c:pt>
                <c:pt idx="3">
                  <c:v>114.46797969295224</c:v>
                </c:pt>
                <c:pt idx="4">
                  <c:v>78.050971504161296</c:v>
                </c:pt>
                <c:pt idx="5">
                  <c:v>108.59959341668817</c:v>
                </c:pt>
                <c:pt idx="6">
                  <c:v>132.51059738066084</c:v>
                </c:pt>
                <c:pt idx="7">
                  <c:v>90.959678640691848</c:v>
                </c:pt>
                <c:pt idx="8">
                  <c:v>71.532204557069974</c:v>
                </c:pt>
                <c:pt idx="9">
                  <c:v>92.153765706684268</c:v>
                </c:pt>
                <c:pt idx="10">
                  <c:v>120.49240237929098</c:v>
                </c:pt>
                <c:pt idx="11">
                  <c:v>132.32753531172344</c:v>
                </c:pt>
                <c:pt idx="12">
                  <c:v>95.181607572240196</c:v>
                </c:pt>
                <c:pt idx="13">
                  <c:v>93.957356866076509</c:v>
                </c:pt>
                <c:pt idx="14">
                  <c:v>92.107266947278248</c:v>
                </c:pt>
                <c:pt idx="15">
                  <c:v>84.037517156680693</c:v>
                </c:pt>
                <c:pt idx="16">
                  <c:v>50.131105332395478</c:v>
                </c:pt>
                <c:pt idx="17">
                  <c:v>56.094504955504242</c:v>
                </c:pt>
                <c:pt idx="18">
                  <c:v>70.712910309110399</c:v>
                </c:pt>
              </c:numCache>
            </c:numRef>
          </c:yVal>
          <c:bubbleSize>
            <c:numRef>
              <c:f>'2F.Results to CS_ROE SCAN'!$C$49:$C$67</c:f>
              <c:numCache>
                <c:formatCode>0%</c:formatCode>
                <c:ptCount val="19"/>
                <c:pt idx="0">
                  <c:v>1.1809251912860565E-2</c:v>
                </c:pt>
                <c:pt idx="1">
                  <c:v>3.3998731938430435E-3</c:v>
                </c:pt>
                <c:pt idx="2">
                  <c:v>2.2388974674909406E-3</c:v>
                </c:pt>
                <c:pt idx="3">
                  <c:v>1.4877219054825412E-2</c:v>
                </c:pt>
                <c:pt idx="4">
                  <c:v>3.1393328440907468E-3</c:v>
                </c:pt>
                <c:pt idx="5">
                  <c:v>5.6769447754668337E-3</c:v>
                </c:pt>
                <c:pt idx="6">
                  <c:v>1.8942423799830441E-2</c:v>
                </c:pt>
                <c:pt idx="7">
                  <c:v>8.4101091582038431E-3</c:v>
                </c:pt>
                <c:pt idx="8">
                  <c:v>1.492278197200599E-3</c:v>
                </c:pt>
                <c:pt idx="9">
                  <c:v>2.7892889860965222E-3</c:v>
                </c:pt>
                <c:pt idx="10">
                  <c:v>7.933886538030635E-3</c:v>
                </c:pt>
                <c:pt idx="11">
                  <c:v>4.3134925193985957E-3</c:v>
                </c:pt>
                <c:pt idx="12">
                  <c:v>1.5904027210315356E-3</c:v>
                </c:pt>
                <c:pt idx="13">
                  <c:v>3.2244870856170424E-3</c:v>
                </c:pt>
                <c:pt idx="14">
                  <c:v>2.1859414918528131E-3</c:v>
                </c:pt>
                <c:pt idx="15">
                  <c:v>2.0596479789422324E-3</c:v>
                </c:pt>
                <c:pt idx="16">
                  <c:v>9.3928598324305944E-4</c:v>
                </c:pt>
                <c:pt idx="17">
                  <c:v>3.1093915624281119E-3</c:v>
                </c:pt>
                <c:pt idx="18">
                  <c:v>1.2034434808871686E-3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D542-4B86-864B-90FA7AD5A1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645756240"/>
        <c:axId val="1645762960"/>
      </c:bubbleChart>
      <c:valAx>
        <c:axId val="1645756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62960"/>
        <c:crosses val="autoZero"/>
        <c:crossBetween val="midCat"/>
      </c:valAx>
      <c:valAx>
        <c:axId val="164576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56240"/>
        <c:crosses val="autoZero"/>
        <c:crossBetween val="midCat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79253-F435-6E27-832A-F9C84A61C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93704-CD1B-393E-5C1C-DCB325F65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0B539-B677-3DD7-5E2A-AC263261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64B3E-28B5-E69A-7742-6A2EF67C2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58FB-A3FB-98B2-5486-8B488261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508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30F0-6C18-57BA-A790-BB4684BBD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92BD1-D0A4-4752-97DE-927122109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2B3C8-FB8C-6BC5-1E26-F6490509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8052B-F54B-C5AC-92D7-C099BFDF4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1B16A-8258-21D5-6699-4CBAF3A40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90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4A112-5EE6-3E6B-DEEE-C755BCCC7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05A86-7CBA-D0A3-DBDC-C77AF9FF9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60875-5422-C769-6F8B-A80277B1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2C3DC-7ADC-C379-2FA9-198B9037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62FA3-32C5-A838-A65F-50A5C264A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81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FF3C-484E-0BBC-CC31-8385D5D1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7824C-135D-93D1-FD59-DE41F01DD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C96FA-FE65-704B-2D90-80B9CE31C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F89B8-22D4-D5C3-F85D-26E5560D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95CB8-B9C4-8A63-BFDB-D1218D65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D6197-057E-CB3E-5F32-D94CA0EB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41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A82A-49C3-72DA-0B84-11F5FB6F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8E2D-438B-C006-D1F3-C750C1815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A8DE6-3BFA-495F-B4EA-8A4FA6E44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B5170D-9B5D-173E-6B7F-482726C14E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95F53B-F482-71B2-9A56-1B45E858D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FBD32-2947-AF9F-0176-1E17776B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0B79A4-133D-B313-9032-593E84EE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E8D8E1-562E-66FB-EBFB-2F78E8D0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9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7801C-3E28-43DC-641D-6DB641085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781B6-2C8C-632C-5E14-C1B831EE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364407-C882-2351-B5F8-F9C96246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3F091-35FE-4CA5-C084-3B30D799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5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5E6E7-CFCF-B7D0-BB25-01867829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B1477-75A5-D59F-7FED-2B4BE2AC0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A0134-05CA-AF64-72D4-E9E1A977B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91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FCB8-8ECF-8350-65AD-8C5AD8EFC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F718A-BB2F-8023-DD06-B591E41CE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147B6-772F-8402-158F-539810167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6E669-3968-D9F1-5BCE-229F20B3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02069-2483-6852-A91F-43DD6928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FBE63-7BC0-867D-7031-1AFB8E47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674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73FC-DC24-9190-15B1-83C11C7B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6FB0A-7B85-0C88-47EF-F4B5D64FC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9AAC6-C9BA-0D01-93E3-DBB0B4982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7D133-0A9B-6079-199A-603BF1870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B179C-F7E2-451A-9859-CB6DB18E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BB495-5689-EF00-B2F6-851DABFA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57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9257-5CE1-B031-48B9-A4CDBAF67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2060C-7C13-5B80-D99C-5566F3B9D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4B98D-F6A8-2034-A9F6-EF480F70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20C11-D6D7-2D0C-B45E-18E43219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AA05B-1839-D8D1-8193-1B785D1BA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60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9E1C7E-D15F-C8DF-02AF-8651594E0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1566C-84E0-A9D8-BA0D-E5EDC9C00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E78B5-DA25-3227-F8A8-777F8EB4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5F6BD-F30A-E0D0-249F-86829C63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5EA6D-C5AD-F430-0868-4223A61E1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68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7603F4-5B4C-AE01-4FEA-097A93BD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59F4-A833-0657-EBC1-18CA8F6BD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4ED40-3FF6-3064-FECF-82AFD72AD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D56F3-F948-4AB6-B79F-F65E29F6028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5EE03-AF35-A3AA-BA2D-D265820D5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132AE-2663-8817-1327-8B6C2EBE7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667E5-E2A8-4CC2-9E6E-250528C4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66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/>
        </p:nvGraphicFramePr>
        <p:xfrm>
          <a:off x="1870982" y="2038803"/>
          <a:ext cx="8450035" cy="2780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9019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800-000003000000}"/>
              </a:ext>
            </a:extLst>
          </p:cNvPr>
          <p:cNvGraphicFramePr>
            <a:graphicFrameLocks/>
          </p:cNvGraphicFramePr>
          <p:nvPr/>
        </p:nvGraphicFramePr>
        <p:xfrm>
          <a:off x="1562553" y="1472066"/>
          <a:ext cx="9066894" cy="3913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316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2000000}"/>
              </a:ext>
            </a:extLst>
          </p:cNvPr>
          <p:cNvGraphicFramePr>
            <a:graphicFrameLocks/>
          </p:cNvGraphicFramePr>
          <p:nvPr/>
        </p:nvGraphicFramePr>
        <p:xfrm>
          <a:off x="1841675" y="2045781"/>
          <a:ext cx="8508650" cy="2766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0401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3000000}"/>
              </a:ext>
            </a:extLst>
          </p:cNvPr>
          <p:cNvGraphicFramePr>
            <a:graphicFrameLocks/>
          </p:cNvGraphicFramePr>
          <p:nvPr/>
        </p:nvGraphicFramePr>
        <p:xfrm>
          <a:off x="1576335" y="1505734"/>
          <a:ext cx="9039330" cy="3846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9340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4000000}"/>
              </a:ext>
            </a:extLst>
          </p:cNvPr>
          <p:cNvGraphicFramePr>
            <a:graphicFrameLocks/>
          </p:cNvGraphicFramePr>
          <p:nvPr/>
        </p:nvGraphicFramePr>
        <p:xfrm>
          <a:off x="1364116" y="497410"/>
          <a:ext cx="9463768" cy="5863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511253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Xinyi Deng (external)</dc:creator>
  <cp:lastModifiedBy>Xinyi Deng (external)</cp:lastModifiedBy>
  <cp:revision>1</cp:revision>
  <dcterms:created xsi:type="dcterms:W3CDTF">2026-08-12T09:32:41Z</dcterms:created>
  <dcterms:modified xsi:type="dcterms:W3CDTF">2026-08-12T09:33:15Z</dcterms:modified>
</cp:coreProperties>
</file>